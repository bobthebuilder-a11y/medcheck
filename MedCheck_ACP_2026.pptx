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1371600"/>
            <a:ext cx="4114800" cy="4114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>
                <a:solidFill>
                  <a:srgbClr val="111827"/>
                </a:solidFill>
              </a:rPr>
              <a:t>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</a:rPr>
              <a:t>MedCheck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93C5FD"/>
                </a:solidFill>
              </a:rPr>
              <a:t>AI-Powered Health Misinformation Detection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34840"/>
            <a:ext cx="4572000" cy="36576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</a:rPr>
              <a:t>David Xiao  ·  ACP Student AI Championship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SDG 3: Good Health &amp; Well-Being  ·  SDG 16: Peace, Justice &amp; Strong Institutions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77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63EB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Health Misinformation Is Lethal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Faster than corrections,
false claims spread online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30M+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Americans making health decisions
from unverified social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1 in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Americans have acted on
unverified health advice 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3 sec
vs 20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To read a false claim vs.
to manually fact-check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11430000" cy="8229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663EB"/>
                </a:solidFill>
              </a:rPr>
              <a:t>"By the time a correction reaches someone, they've already shared the false claim."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292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</a:rPr>
              <a:t>Sources: WHO Infodemic Report · Johns Hopkins Bloomberg School of Public Health · Pew Research Center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❌  Snopes / PolitiFact — you must already be skeptical to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253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❌  Social media flags — applied after viral spread, never explain why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Introducing MedCheck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6B7280"/>
                </a:solidFill>
              </a:rPr>
              <a:t>Paste any health claim. Get a structured, sourced, calibrated verdict in 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928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✅ / ❌ / ⚠️ / 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4-Verdict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TRUE · FALSE · MISLEADING · UNVERIFIABLE
Not just binary — reflects real-world nuance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9392" y="1783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6552" y="18928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2377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Confidence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0–100% calibrated uncertainty
The AI says 'I'm not sure' when it isn't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4" y="1783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8928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4" y="2377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Claim Breakdown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Each assertion evaluated separately
Breaks compound claims apart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2336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33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Real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CDC · WHO · NIH · PubMed
So you can verify independently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402336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2" y="4133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4617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Political Charge Flag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Flags where science meets politics
Connected to ongoing research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3024" y="402336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4133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4617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History &amp; Sharing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Persists last 20 checks
Share results with one tap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🏗️  How It Works —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User inputs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1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359152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32304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AI decomposes
assertions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224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4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Evidence synthesis
CDC · WHO · PubMed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8816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Confidence
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13648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Structured
JSON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98480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71632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React frontend
renders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40"/>
            <a:ext cx="11612880" cy="36576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971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A3AF"/>
                </a:solidFill>
              </a:rPr>
              <a:t>Tech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⚛️  React + TypeScript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Type-safe modern 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🤖  Llama 4 via Groq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Fast LLM inference, free tier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🎨  Tailwind CSS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Utility-first responsive styling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▲  Vercel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Global CDN 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📦  Vite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Lightning-fast build tool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343400"/>
            <a:ext cx="11612880" cy="1508760"/>
          </a:xfrm>
          <a:prstGeom prst="rect">
            <a:avLst/>
          </a:prstGeom>
          <a:solidFill>
            <a:srgbClr val="0C2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4805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🔑  Key Innovation: Structured Prompting for Calibrated Fact-Checking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3C5FD"/>
                </a:solidFill>
              </a:rPr>
              <a:t>The system prompt explicitly instructs the AI: "Never express false confidence. A low-confidence honest answer is better than a high-confidence wrong answer." This is not just calling an API — it's engineered prompting for a specific analytical task with defined output 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Honest Verdicts for a Complex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1188720"/>
          </a:xfrm>
          <a:prstGeom prst="rect">
            <a:avLst/>
          </a:prstGeom>
          <a:solidFill>
            <a:srgbClr val="DCFCE7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234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59669"/>
                </a:solidFill>
              </a:rPr>
              <a:t>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916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Scientific evidence clearly supports this claim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41448"/>
            <a:ext cx="11430000" cy="1188720"/>
          </a:xfrm>
          <a:prstGeom prst="rect">
            <a:avLst/>
          </a:prstGeom>
          <a:solidFill>
            <a:srgbClr val="FEE2E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328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3288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C2626"/>
                </a:solidFill>
              </a:rPr>
              <a:t>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9008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Scientific evidence clearly contradicts this claim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39896"/>
            <a:ext cx="11430000" cy="118872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831335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3133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7706"/>
                </a:solidFill>
              </a:rPr>
              <a:t>MISLEADING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88536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Contains partial truths but creates a false overall impression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38344"/>
            <a:ext cx="11430000" cy="1188720"/>
          </a:xfrm>
          <a:prstGeom prst="rect">
            <a:avLst/>
          </a:prstGeom>
          <a:solidFill>
            <a:srgbClr val="F3F4F6"/>
          </a:solidFill>
          <a:ln w="254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29783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12978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B7280"/>
                </a:solidFill>
              </a:rPr>
              <a:t>UNVERIFIABLE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586983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Insufficient scientific consensus to evaluate definitively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29107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97706"/>
                </a:solidFill>
              </a:rPr>
              <a:t>💡  MISLEADING is the most important verdict — most dangerous health misinfo isn't false, it's selectively true. "Natural immunity is always better than vaccines" — partially true, dangerously misleading overall.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🤖  Why AI Is the Right Tool for This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3C5FD"/>
                </a:solidFill>
              </a:rPr>
              <a:t>AI is not the point. Impact is. AI is the only tool fast enough and scalable enough to make this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737360"/>
            <a:ext cx="36576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847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331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Millions of new health claims are posted daily. Human fact-checkers can't keep up. AI never sleeps and scales to any volume.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737360"/>
            <a:ext cx="36576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847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331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Decomposition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AI can break compound claims into individual assertions automatically — "vaccines cause autism AND damage immunity" is two claims, not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1737360"/>
            <a:ext cx="36576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847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⚖️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331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Calibrated Uncertainty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AI can express degrees of confidence — not just true/false. A tool that says "I'm not sure" is more trustworthy than one that's always confident.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977639"/>
            <a:ext cx="54864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408736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4572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Evidence Synthesis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4983479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Cross-references CDC, WHO, NIH, and PubMed simultaneously in seconds — a task that takes a human 20+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59" y="3977639"/>
            <a:ext cx="5486400" cy="201168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08736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572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Accessibility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983479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No medical background required. Anyone can use it. Free. Works in any browser. Zero installation.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6217920"/>
            <a:ext cx="1161288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💡  Key insight: The cognitive task of fact-checking — finding evidence, weighing it, synthesizing a verdict — is exactly what LLMs are trained to do. MedCheck harnesses that for public health.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🌍  Real-World Impact &amp; SDG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48640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SDG 3 — Good Health &amp; Well-Being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Reduces health decisions made on false 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Disproportionate impact on underserved communities with limited healthcare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Scalable: free, runs in any browser, zero installation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Every accurate claim checked = potential harm prevented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143000"/>
            <a:ext cx="5486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143000"/>
            <a:ext cx="5486400" cy="4572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SDG 16 — Peace, Justice &amp; Strong Institutions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Informed public = functional health policy that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94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Counters coordinated health misinformation campaigns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51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Builds media literacy, not AI dependency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Open source = accessible to all, not just tech-savvy users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822191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Scale Path: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V1 (Now): Web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82219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V2: Browser Extension
(auto-flags claims)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82219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V3: Open-Source API
for newsrooms &amp; health orgs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82219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MediaLens Foundation
(nonprofit)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343400"/>
            <a:ext cx="114300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Who Uses MedCheck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General Public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Anyone reading health content on social media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👨‍👩‍👧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1568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Caregivers &amp; Parents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Making health decisions for families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Students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Learning to evaluate health information critically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4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4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Public Health Workers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4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Quickly screening claims for outreach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⚠️  Ethical Considerations — We Thought About the 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AI Overconfidence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AI might sound confident when wrong — dangerous in health contexts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14300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37160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Confidence scores shown explicitly. Low confidence verdicts are a FEATURE, not a bug.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User Dependency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People might blindly trust AI instead of thinking critically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5146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24028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46888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Tool explains WHY, not just WHAT. Builds literacy, not reliance. Citations always provided.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3756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False Authority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94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Users might treat AI as a medical oracle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611879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33756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35661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Explicit medical disclaimer on EVERY result: "Not a substitute for medical advice."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3484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262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Bias on Charged Topics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AI may be less reliable on politically contested claims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4709159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443484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46634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Political Charge Flag (⚡) warns users explicitly. Connected to our research paper.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53212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623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Hallucination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989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AI might cite sources that don't exist or say wrong things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806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553212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76072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Citations linked so users can verify. Confidence score reflects uncertainty. Encourage verification.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C2626"/>
                </a:solidFill>
              </a:rPr>
              <a:t>"This tool can be wrong. The goal is to help people think more carefully — not to replace thinking."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🚀  Future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1097280"/>
            <a:ext cx="640080" cy="64008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663EB"/>
                </a:solidFill>
              </a:rPr>
              <a:t>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2286000" cy="4572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V1: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Working prototype live
medcheck-murex.vercel.app
4-verdict system + citations
History &amp; sharing built 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39" y="1097280"/>
            <a:ext cx="640080" cy="640080"/>
          </a:xfrm>
          <a:prstGeom prst="rect">
            <a:avLst/>
          </a:prstGeom>
          <a:solidFill>
            <a:srgbClr val="069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695C5"/>
                </a:solidFill>
              </a:rPr>
              <a:t>1-3 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176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1760" y="1920240"/>
            <a:ext cx="2286000" cy="457200"/>
          </a:xfrm>
          <a:prstGeom prst="rect">
            <a:avLst/>
          </a:prstGeom>
          <a:solidFill>
            <a:srgbClr val="069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V2: Browser Extension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Claims flagged automatically
as you browse social media
No copy-paste required
Meets people where they 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7880" y="1097280"/>
            <a:ext cx="640080" cy="640080"/>
          </a:xfrm>
          <a:prstGeom prst="rect">
            <a:avLst/>
          </a:prstGeom>
          <a:solidFill>
            <a:srgbClr val="791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916F6"/>
                </a:solidFill>
              </a:rPr>
              <a:t>6 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1920240"/>
            <a:ext cx="2286000" cy="457200"/>
          </a:xfrm>
          <a:prstGeom prst="rect">
            <a:avLst/>
          </a:prstGeom>
          <a:solidFill>
            <a:srgbClr val="791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Research Paper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150 claims × 3 models
AI bias measurement
Professor mentorship
Target: JEI publication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20" y="1097280"/>
            <a:ext cx="6400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59669"/>
                </a:solidFill>
              </a:rPr>
              <a:t>1 yr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0664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1920240"/>
            <a:ext cx="228600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Multi-Domain +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Climate, politics, history
Open API for newsrooms
Public health partnerships
School library deployment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652760" y="1097280"/>
            <a:ext cx="6400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</a:rPr>
              <a:t>2+ 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8408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84080" y="1920240"/>
            <a:ext cx="228600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MediaLens Foundation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Open-source nonprofit
Free for everyone
Media literacy curriculum
Platform integration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>
                <a:solidFill>
                  <a:srgbClr val="111827"/>
                </a:solidFill>
              </a:rPr>
              <a:t>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The Problem Won't Wait.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3C5FD"/>
                </a:solidFill>
              </a:rPr>
              <a:t>Health misinformation kills. AI can help. We built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926080"/>
            <a:ext cx="10058400" cy="36576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Any health claim analyzed in seconds — true, false, misleading, or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30168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Honest confidence calibration — the AI admits uncertainty rather than faking confidence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05656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Explains WHY, not just WHAT — building real media literacy, not AI dependency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8114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Real source citations — verifiable, not blind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5663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Political charge flag — connected to original research on AI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Free. Open. Accessible to everyone with internet access.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126480"/>
            <a:ext cx="5029200" cy="59436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722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🌐  medcheck-murex.vercel.app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6126480"/>
            <a:ext cx="5029200" cy="5943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61722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💻  github.com/bobthebuilder-a11y/medcheck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