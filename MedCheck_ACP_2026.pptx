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26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686800" y="1371600"/>
            <a:ext cx="4114800" cy="41148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09728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>
                <a:solidFill>
                  <a:srgbClr val="111827"/>
                </a:solidFill>
              </a:rPr>
              <a:t>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60320"/>
            <a:ext cx="7315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>
                <a:solidFill>
                  <a:srgbClr val="FFFFFF"/>
                </a:solidFill>
              </a:rPr>
              <a:t>MedCheck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49039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93C5FD"/>
                </a:solidFill>
              </a:rPr>
              <a:t>AI-Powered Health Misinformation Detection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4434840"/>
            <a:ext cx="4572000" cy="36576"/>
          </a:xfrm>
          <a:prstGeom prst="rect">
            <a:avLst/>
          </a:prstGeom>
          <a:solidFill>
            <a:srgbClr val="26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66344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CA3AF"/>
                </a:solidFill>
              </a:rPr>
              <a:t>David Xiao  ·  ACP Student AI Championship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07492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</a:rPr>
              <a:t>SDG 3: Good Health &amp; Well-Being  ·  SDG 16: Peace, Justice &amp; Strong Institutions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5778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663EB"/>
                </a:solidFill>
              </a:rPr>
              <a:t>medcheck-murex.vercel.app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6537960"/>
            <a:ext cx="11612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CA3AF"/>
                </a:solidFill>
              </a:rPr>
              <a:t>medcheck-murex.vercel.app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88952" cy="36576"/>
          </a:xfrm>
          <a:prstGeom prst="rect">
            <a:avLst/>
          </a:prstGeom>
          <a:solidFill>
            <a:srgbClr val="26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Health Misinformation Is Lethal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274320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2588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2663EB"/>
                </a:solidFill>
              </a:rPr>
              <a:t>6×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3172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</a:rPr>
              <a:t>Faster than corrections,
false claims spread online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46120" y="1188720"/>
            <a:ext cx="274320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132588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2663EB"/>
                </a:solidFill>
              </a:rPr>
              <a:t>30M+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233172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</a:rPr>
              <a:t>Americans making health decisions
from unverified social media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188720"/>
            <a:ext cx="274320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132588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2663EB"/>
                </a:solidFill>
              </a:rPr>
              <a:t>1 in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233172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</a:rPr>
              <a:t>Americans have acted on
unverified health advice online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06840" y="1188720"/>
            <a:ext cx="274320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98280" y="132588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2663EB"/>
                </a:solidFill>
              </a:rPr>
              <a:t>3 sec
vs 20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98280" y="233172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</a:rPr>
              <a:t>To read a false claim vs.
to manually fact-check 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977639"/>
            <a:ext cx="11430000" cy="82296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0690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2663EB"/>
                </a:solidFill>
              </a:rPr>
              <a:t>"By the time a correction reaches someone, they've already shared the false claim."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0292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</a:rPr>
              <a:t>Sources: WHO Infodemic Report · Johns Hopkins Bloomberg School of Public Health · Pew Research Center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532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</a:rPr>
              <a:t>❌  Snopes / PolitiFact — you must already be skeptical to search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92531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</a:rPr>
              <a:t>❌  Social media flags — applied after viral spread, never explain why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6537960"/>
            <a:ext cx="11612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CA3AF"/>
                </a:solidFill>
              </a:rPr>
              <a:t>medcheck-murex.vercel.app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6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Introducing MedCheck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6B7280"/>
                </a:solidFill>
              </a:rPr>
              <a:t>Paste any health claim. Get a structured, sourced, calibrated verdict in seconds.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783080"/>
            <a:ext cx="36576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892807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11827"/>
                </a:solidFill>
              </a:rPr>
              <a:t>✅ / ❌ / ⚠️ / 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7744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11827"/>
                </a:solidFill>
              </a:rPr>
              <a:t>4-Verdict 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4320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</a:rPr>
              <a:t>TRUE · FALSE · MISLEADING · UNVERIFIABLE
Not just binary — reflects real-world nuance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79392" y="1783080"/>
            <a:ext cx="36576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16552" y="1892807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11827"/>
                </a:solidFill>
              </a:rPr>
              <a:t>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16552" y="237744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11827"/>
                </a:solidFill>
              </a:rPr>
              <a:t>Confidence Score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16552" y="274320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</a:rPr>
              <a:t>0–100% calibrated uncertainty
The AI says 'I'm not sure' when it isn't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93024" y="1783080"/>
            <a:ext cx="36576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30184" y="1892807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11827"/>
                </a:solidFill>
              </a:rPr>
              <a:t>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0184" y="237744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11827"/>
                </a:solidFill>
              </a:rPr>
              <a:t>Claim Breakdown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0184" y="274320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</a:rPr>
              <a:t>Each assertion evaluated separately
Breaks compound claims apart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023360"/>
            <a:ext cx="36576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4133088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11827"/>
                </a:solidFill>
              </a:rPr>
              <a:t>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6177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11827"/>
                </a:solidFill>
              </a:rPr>
              <a:t>Real Citations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98348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</a:rPr>
              <a:t>CDC · WHO · NIH · PubMed
So you can verify independently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79392" y="4023360"/>
            <a:ext cx="36576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16552" y="4133088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11827"/>
                </a:solidFill>
              </a:rPr>
              <a:t>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6552" y="46177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11827"/>
                </a:solidFill>
              </a:rPr>
              <a:t>Political Charge Flag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16552" y="498348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</a:rPr>
              <a:t>Flags where science meets politics
Connected to ongoing research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93024" y="4023360"/>
            <a:ext cx="36576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30184" y="4133088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11827"/>
                </a:solidFill>
              </a:rPr>
              <a:t>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0184" y="46177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11827"/>
                </a:solidFill>
              </a:rPr>
              <a:t>History &amp; Sharing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0184" y="498348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</a:rPr>
              <a:t>Persists last 20 checks
Share results with one tap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" y="6537960"/>
            <a:ext cx="11612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CA3AF"/>
                </a:solidFill>
              </a:rPr>
              <a:t>medcheck-murex.vercel.app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🏗️  How It Works —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1691640" cy="13716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7472" y="1261872"/>
            <a:ext cx="1545336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</a:rPr>
              <a:t>User inputs claim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93391" y="160020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2663EB"/>
                </a:solidFill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359152" y="1188720"/>
            <a:ext cx="1691640" cy="13716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32304" y="1261872"/>
            <a:ext cx="1545336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</a:rPr>
              <a:t>AI decomposes
assertions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78224" y="160020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2663EB"/>
                </a:solidFill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43984" y="1188720"/>
            <a:ext cx="1691640" cy="13716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17136" y="1261872"/>
            <a:ext cx="1545336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</a:rPr>
              <a:t>Evidence synthesis
CDC · WHO · PubMed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63056" y="160020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2663EB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28816" y="1188720"/>
            <a:ext cx="1691640" cy="13716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1968" y="1261872"/>
            <a:ext cx="1545336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</a:rPr>
              <a:t>Confidence
calibration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8" y="160020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2663EB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13648" y="1188720"/>
            <a:ext cx="1691640" cy="13716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0" y="1261872"/>
            <a:ext cx="1545336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</a:rPr>
              <a:t>Structured
JSON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160020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2663EB"/>
                </a:solidFill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698480" y="1188720"/>
            <a:ext cx="1691640" cy="13716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71632" y="1261872"/>
            <a:ext cx="1545336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</a:rPr>
              <a:t>React frontend
renders result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2834640"/>
            <a:ext cx="11612880" cy="36576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4320" y="29718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9CA3AF"/>
                </a:solidFill>
              </a:rPr>
              <a:t>Tech Stack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" y="3429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⚛️  React + TypeScript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3794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</a:rPr>
              <a:t>Type-safe modern frontend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1760" y="3429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🤖  Llama 4 via Groq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51760" y="3794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</a:rPr>
              <a:t>Fast LLM inference, free tier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0" y="3429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🎨  Tailwind CSS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0" y="3794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</a:rPr>
              <a:t>Utility-first responsive styling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06640" y="3429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▲  Vercel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06640" y="3794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</a:rPr>
              <a:t>Global CDN deployment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84080" y="3429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📦  Vite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84080" y="3794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</a:rPr>
              <a:t>Lightning-fast build tool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4343400"/>
            <a:ext cx="11612880" cy="1508760"/>
          </a:xfrm>
          <a:prstGeom prst="rect">
            <a:avLst/>
          </a:prstGeom>
          <a:solidFill>
            <a:srgbClr val="0C2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448056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🔑  Key Innovation: Structured Prompting for Calibrated Fact-Checking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4937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3C5FD"/>
                </a:solidFill>
              </a:rPr>
              <a:t>The system prompt explicitly instructs the AI: "Never express false confidence. A low-confidence honest answer is better than a high-confidence wrong answer." This is not just calling an API — it's engineered prompting for a specific analytical task with defined output structure.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4320" y="6537960"/>
            <a:ext cx="11612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CA3AF"/>
                </a:solidFill>
              </a:rPr>
              <a:t>medcheck-murex.vercel.app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Honest Verdicts for a Complex World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11430000" cy="1188720"/>
          </a:xfrm>
          <a:prstGeom prst="rect">
            <a:avLst/>
          </a:prstGeom>
          <a:solidFill>
            <a:srgbClr val="DCFCE7"/>
          </a:solidFill>
          <a:ln w="254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>
                <a:solidFill>
                  <a:srgbClr val="111827"/>
                </a:solidFill>
              </a:rPr>
              <a:t>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2344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59669"/>
                </a:solidFill>
              </a:rPr>
              <a:t>TRUE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6916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</a:rPr>
              <a:t>Scientific evidence clearly supports this claim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441448"/>
            <a:ext cx="11430000" cy="1188720"/>
          </a:xfrm>
          <a:prstGeom prst="rect">
            <a:avLst/>
          </a:prstGeom>
          <a:solidFill>
            <a:srgbClr val="FEE2E2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532888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>
                <a:solidFill>
                  <a:srgbClr val="111827"/>
                </a:solidFill>
              </a:rPr>
              <a:t>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32888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DC2626"/>
                </a:solidFill>
              </a:rPr>
              <a:t>FALSE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990088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</a:rPr>
              <a:t>Scientific evidence clearly contradicts this claim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739896"/>
            <a:ext cx="11430000" cy="1188720"/>
          </a:xfrm>
          <a:prstGeom prst="rect">
            <a:avLst/>
          </a:prstGeom>
          <a:solidFill>
            <a:srgbClr val="FEF3C7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3831335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>
                <a:solidFill>
                  <a:srgbClr val="111827"/>
                </a:solidFill>
              </a:rPr>
              <a:t>⚠️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831335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D97706"/>
                </a:solidFill>
              </a:rPr>
              <a:t>MISLEADING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288536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</a:rPr>
              <a:t>Contains partial truths but creates a false overall impression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038344"/>
            <a:ext cx="11430000" cy="1188720"/>
          </a:xfrm>
          <a:prstGeom prst="rect">
            <a:avLst/>
          </a:prstGeom>
          <a:solidFill>
            <a:srgbClr val="F3F4F6"/>
          </a:solidFill>
          <a:ln w="2540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5129783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>
                <a:solidFill>
                  <a:srgbClr val="111827"/>
                </a:solidFill>
              </a:rPr>
              <a:t>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5129783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6B7280"/>
                </a:solidFill>
              </a:rPr>
              <a:t>UNVERIFIABLE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5586983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</a:rPr>
              <a:t>Insufficient scientific consensus to evaluate definitively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6263640"/>
            <a:ext cx="11430000" cy="502920"/>
          </a:xfrm>
          <a:prstGeom prst="rect">
            <a:avLst/>
          </a:prstGeom>
          <a:solidFill>
            <a:srgbClr val="FFF7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29107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D97706"/>
                </a:solidFill>
              </a:rPr>
              <a:t>💡  MISLEADING is the most important verdict — most dangerous health misinfo isn't false, it's selectively true. "Natural immunity is always better than vaccines" — partially true, dangerously misleading overall.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6537960"/>
            <a:ext cx="11612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CA3AF"/>
                </a:solidFill>
              </a:rPr>
              <a:t>medcheck-murex.vercel.app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6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🤖  Why AI Is the Right Tool for This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93C5FD"/>
                </a:solidFill>
              </a:rPr>
              <a:t>AI is not the point. Impact is. AI is the only tool fast enough and scalable enough to make this work.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737360"/>
            <a:ext cx="3657600" cy="2011680"/>
          </a:xfrm>
          <a:prstGeom prst="rect">
            <a:avLst/>
          </a:prstGeom>
          <a:solidFill>
            <a:srgbClr val="1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79" y="1847088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11827"/>
                </a:solidFill>
              </a:rPr>
              <a:t>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79" y="23317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Scale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79" y="274320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</a:rPr>
              <a:t>Millions of new health claims are posted daily. Human fact-checkers can't keep up. AI never sleeps and scales to any volume.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0" y="1737360"/>
            <a:ext cx="3657600" cy="2011680"/>
          </a:xfrm>
          <a:prstGeom prst="rect">
            <a:avLst/>
          </a:prstGeom>
          <a:solidFill>
            <a:srgbClr val="1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1960" y="1847088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11827"/>
                </a:solidFill>
              </a:rPr>
              <a:t>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0" y="23317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Decomposition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1960" y="274320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</a:rPr>
              <a:t>AI can break compound claims into individual assertions automatically — "vaccines cause autism AND damage immunity" is two claims, not one.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0" y="1737360"/>
            <a:ext cx="3657600" cy="2011680"/>
          </a:xfrm>
          <a:prstGeom prst="rect">
            <a:avLst/>
          </a:prstGeom>
          <a:solidFill>
            <a:srgbClr val="1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92440" y="1847088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11827"/>
                </a:solidFill>
              </a:rPr>
              <a:t>⚖️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2440" y="23317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Calibrated Uncertainty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40" y="274320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</a:rPr>
              <a:t>AI can express degrees of confidence — not just true/false. A tool that says "I'm not sure" is more trustworthy than one that's always confident.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3977639"/>
            <a:ext cx="5486400" cy="2011680"/>
          </a:xfrm>
          <a:prstGeom prst="rect">
            <a:avLst/>
          </a:prstGeom>
          <a:solidFill>
            <a:srgbClr val="1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4087368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11827"/>
                </a:solidFill>
              </a:rPr>
              <a:t>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79" y="457200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Evidence Synthesis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79" y="4983479"/>
            <a:ext cx="5212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</a:rPr>
              <a:t>Cross-references CDC, WHO, NIH, and PubMed simultaneously in seconds — a task that takes a human 20+ minutes.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80759" y="3977639"/>
            <a:ext cx="5486400" cy="2011680"/>
          </a:xfrm>
          <a:prstGeom prst="rect">
            <a:avLst/>
          </a:prstGeom>
          <a:solidFill>
            <a:srgbClr val="1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0" y="4087368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11827"/>
                </a:solidFill>
              </a:rPr>
              <a:t>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457200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Accessibility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4983479"/>
            <a:ext cx="5212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</a:rPr>
              <a:t>No medical background required. Anyone can use it. Free. Works in any browser. Zero installation.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6217920"/>
            <a:ext cx="11612880" cy="5029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62636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💡  Key insight: The cognitive task of fact-checking — finding evidence, weighing it, synthesizing a verdict — is exactly what LLMs are trained to do. MedCheck harnesses that for public health.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" y="6537960"/>
            <a:ext cx="11612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CA3AF"/>
                </a:solidFill>
              </a:rPr>
              <a:t>medcheck-murex.vercel.app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🌍  Real-World Impact &amp; SDG Alignment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548640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5486400" cy="457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18872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SDG 3 — Good Health &amp; Well-Being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3736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</a:rPr>
              <a:t>• Reduces health decisions made on false information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19456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</a:rPr>
              <a:t>• Disproportionate impact on underserved communities with limited healthcare access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5176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</a:rPr>
              <a:t>• Scalable: free, runs in any browser, zero installation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10896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</a:rPr>
              <a:t>• Every accurate claim checked = potential harm prevented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143000"/>
            <a:ext cx="548640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1143000"/>
            <a:ext cx="5486400" cy="457200"/>
          </a:xfrm>
          <a:prstGeom prst="rect">
            <a:avLst/>
          </a:prstGeom>
          <a:solidFill>
            <a:srgbClr val="26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18872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SDG 16 — Peace, Justice &amp; Strong Institutions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173736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</a:rPr>
              <a:t>• Informed public = functional health policy that works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19456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</a:rPr>
              <a:t>• Counters coordinated health misinformation campaigns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65176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</a:rPr>
              <a:t>• Builds media literacy, not AI dependency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310896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</a:rPr>
              <a:t>• Open source = accessible to all, not just tech-savvy users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794760"/>
            <a:ext cx="1143000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822191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</a:rPr>
              <a:t>Scale Path: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3822191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</a:rPr>
              <a:t>V1 (Now): Web App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23360" y="3822191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663EB"/>
                </a:solidFill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06240" y="3822191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</a:rPr>
              <a:t>V2: Browser Extension
(auto-flags claims)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3822191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663EB"/>
                </a:solidFill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3822191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</a:rPr>
              <a:t>V3: Open-Source API
for newsrooms &amp; health orgs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3822191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663EB"/>
                </a:solidFill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0" y="3822191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</a:rPr>
              <a:t>MediaLens Foundation
(nonprofit)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4343400"/>
            <a:ext cx="11430000" cy="2331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44348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11827"/>
                </a:solidFill>
              </a:rPr>
              <a:t>Who Uses MedCheck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4892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11827"/>
                </a:solidFill>
              </a:rPr>
              <a:t>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3492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11827"/>
                </a:solidFill>
              </a:rPr>
              <a:t>General Public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56692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</a:rPr>
              <a:t>Anyone reading health content on social media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01568" y="4892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11827"/>
                </a:solidFill>
              </a:rPr>
              <a:t>👨‍👩‍👧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01568" y="53492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11827"/>
                </a:solidFill>
              </a:rPr>
              <a:t>Caregivers &amp; Parents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01568" y="56692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</a:rPr>
              <a:t>Making health decisions for families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4892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11827"/>
                </a:solidFill>
              </a:rPr>
              <a:t>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45936" y="53492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11827"/>
                </a:solidFill>
              </a:rPr>
              <a:t>Students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45936" y="56692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</a:rPr>
              <a:t>Learning to evaluate health information critically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90304" y="4892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11827"/>
                </a:solidFill>
              </a:rPr>
              <a:t>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90304" y="53492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11827"/>
                </a:solidFill>
              </a:rPr>
              <a:t>Public Health Workers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90304" y="56692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</a:rPr>
              <a:t>Quickly screening claims for outreach programs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4320" y="6537960"/>
            <a:ext cx="11612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CA3AF"/>
                </a:solidFill>
              </a:rPr>
              <a:t>medcheck-murex.vercel.app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⚠️  Ethical Considerations — We Thought About the Risks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2560320" cy="96012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97706"/>
                </a:solidFill>
              </a:rPr>
              <a:t>AI Overconfidence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002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11827"/>
                </a:solidFill>
              </a:rPr>
              <a:t>AI might sound confident when wrong — dangerous in health contexts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1800" y="14173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B7280"/>
                </a:solidFill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1143000"/>
            <a:ext cx="8412480" cy="960120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20440" y="137160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59669"/>
                </a:solidFill>
              </a:rPr>
              <a:t>✅  Confidence scores shown explicitly. Low confidence verdicts are a FEATURE, not a bug.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2560320" cy="96012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3317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97706"/>
                </a:solidFill>
              </a:rPr>
              <a:t>User Dependency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6974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11827"/>
                </a:solidFill>
              </a:rPr>
              <a:t>People might blindly trust AI instead of thinking critically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71800" y="251460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B7280"/>
                </a:solidFill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3280" y="2240280"/>
            <a:ext cx="8412480" cy="960120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0440" y="246888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59669"/>
                </a:solidFill>
              </a:rPr>
              <a:t>✅  Tool explains WHY, not just WHAT. Builds literacy, not reliance. Citations always provided.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337560"/>
            <a:ext cx="2560320" cy="96012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429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97706"/>
                </a:solidFill>
              </a:rPr>
              <a:t>False Authority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7947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11827"/>
                </a:solidFill>
              </a:rPr>
              <a:t>Users might treat AI as a medical oracle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71800" y="3611879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B7280"/>
                </a:solidFill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83280" y="3337560"/>
            <a:ext cx="8412480" cy="960120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20440" y="356616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59669"/>
                </a:solidFill>
              </a:rPr>
              <a:t>✅  Explicit medical disclaimer on EVERY result: "Not a substitute for medical advice."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4434840"/>
            <a:ext cx="2560320" cy="96012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452627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97706"/>
                </a:solidFill>
              </a:rPr>
              <a:t>Bias on Charged Topics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8920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11827"/>
                </a:solidFill>
              </a:rPr>
              <a:t>AI may be less reliable on politically contested claims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71800" y="4709159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B7280"/>
                </a:solidFill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83280" y="4434840"/>
            <a:ext cx="8412480" cy="960120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20440" y="46634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59669"/>
                </a:solidFill>
              </a:rPr>
              <a:t>✅  Political Charge Flag (⚡) warns users explicitly. Connected to our research paper.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5532120"/>
            <a:ext cx="2560320" cy="96012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562355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97706"/>
                </a:solidFill>
              </a:rPr>
              <a:t>Hallucination Risk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5989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11827"/>
                </a:solidFill>
              </a:rPr>
              <a:t>AI might cite sources that don't exist or say wrong things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71800" y="580644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B7280"/>
                </a:solidFill>
              </a:rPr>
              <a:t>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383280" y="5532120"/>
            <a:ext cx="8412480" cy="960120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20440" y="576072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59669"/>
                </a:solidFill>
              </a:rPr>
              <a:t>✅  Citations linked so users can verify. Confidence score reflects uncertainty. Encourage verification.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6510528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DC2626"/>
                </a:solidFill>
              </a:rPr>
              <a:t>"This tool can be wrong. The goal is to help people think more carefully — not to replace thinking."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4320" y="6537960"/>
            <a:ext cx="11612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CA3AF"/>
                </a:solidFill>
              </a:rPr>
              <a:t>medcheck-murex.vercel.app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6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🚀  Future Directions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1097280"/>
            <a:ext cx="640080" cy="640080"/>
          </a:xfrm>
          <a:prstGeom prst="rect">
            <a:avLst/>
          </a:prstGeom>
          <a:solidFill>
            <a:srgbClr val="26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1887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2663EB"/>
                </a:solidFill>
              </a:rPr>
              <a:t>Now</a:t>
            </a:r>
          </a:p>
        </p:txBody>
      </p:sp>
      <p:sp>
        <p:nvSpPr>
          <p:cNvPr id="7" name="Rectangle 6"/>
          <p:cNvSpPr/>
          <p:nvPr/>
        </p:nvSpPr>
        <p:spPr>
          <a:xfrm>
            <a:off x="1737360" y="1371600"/>
            <a:ext cx="914400" cy="54864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920240"/>
            <a:ext cx="2286000" cy="4206240"/>
          </a:xfrm>
          <a:prstGeom prst="rect">
            <a:avLst/>
          </a:prstGeom>
          <a:solidFill>
            <a:srgbClr val="1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920240"/>
            <a:ext cx="2286000" cy="457200"/>
          </a:xfrm>
          <a:prstGeom prst="rect">
            <a:avLst/>
          </a:prstGeom>
          <a:solidFill>
            <a:srgbClr val="26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947672"/>
            <a:ext cx="210312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V1: Web App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468880"/>
            <a:ext cx="21031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CA3AF"/>
                </a:solidFill>
              </a:rPr>
              <a:t>Working prototype live
medcheck-murex.vercel.app
4-verdict system + citations
History &amp; sharing built 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0439" y="1097280"/>
            <a:ext cx="640080" cy="640080"/>
          </a:xfrm>
          <a:prstGeom prst="rect">
            <a:avLst/>
          </a:prstGeom>
          <a:solidFill>
            <a:srgbClr val="069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51760" y="11887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695C5"/>
                </a:solidFill>
              </a:rPr>
              <a:t>1-3 mo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0" y="1371600"/>
            <a:ext cx="914400" cy="54864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51760" y="1920240"/>
            <a:ext cx="2286000" cy="4206240"/>
          </a:xfrm>
          <a:prstGeom prst="rect">
            <a:avLst/>
          </a:prstGeom>
          <a:solidFill>
            <a:srgbClr val="1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651760" y="1920240"/>
            <a:ext cx="2286000" cy="457200"/>
          </a:xfrm>
          <a:prstGeom prst="rect">
            <a:avLst/>
          </a:prstGeom>
          <a:solidFill>
            <a:srgbClr val="069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0" y="1947672"/>
            <a:ext cx="210312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V2: Browser Extension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2468880"/>
            <a:ext cx="21031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CA3AF"/>
                </a:solidFill>
              </a:rPr>
              <a:t>Claims flagged automatically
as you browse social media
No copy-paste required
Meets people where they are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97880" y="1097280"/>
            <a:ext cx="640080" cy="640080"/>
          </a:xfrm>
          <a:prstGeom prst="rect">
            <a:avLst/>
          </a:prstGeom>
          <a:solidFill>
            <a:srgbClr val="791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0" y="11887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7916F6"/>
                </a:solidFill>
              </a:rPr>
              <a:t>6 mo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1371600"/>
            <a:ext cx="914400" cy="54864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0" y="1920240"/>
            <a:ext cx="2286000" cy="4206240"/>
          </a:xfrm>
          <a:prstGeom prst="rect">
            <a:avLst/>
          </a:prstGeom>
          <a:solidFill>
            <a:srgbClr val="1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0" y="1920240"/>
            <a:ext cx="2286000" cy="457200"/>
          </a:xfrm>
          <a:prstGeom prst="rect">
            <a:avLst/>
          </a:prstGeom>
          <a:solidFill>
            <a:srgbClr val="791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20640" y="1947672"/>
            <a:ext cx="210312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Research Paper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0" y="2468880"/>
            <a:ext cx="21031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CA3AF"/>
                </a:solidFill>
              </a:rPr>
              <a:t>150 claims × 3 models
AI bias measurement
Professor mentorship
Target: JEI publication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75320" y="1097280"/>
            <a:ext cx="640080" cy="6400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06640" y="11887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59669"/>
                </a:solidFill>
              </a:rPr>
              <a:t>1 yr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869680" y="1371600"/>
            <a:ext cx="914400" cy="54864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406640" y="1920240"/>
            <a:ext cx="2286000" cy="4206240"/>
          </a:xfrm>
          <a:prstGeom prst="rect">
            <a:avLst/>
          </a:prstGeom>
          <a:solidFill>
            <a:srgbClr val="1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06640" y="1920240"/>
            <a:ext cx="2286000" cy="457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0" y="1947672"/>
            <a:ext cx="210312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Multi-Domain + API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80" y="2468880"/>
            <a:ext cx="21031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CA3AF"/>
                </a:solidFill>
              </a:rPr>
              <a:t>Climate, politics, history
Open API for newsrooms
Public health partnerships
School library deployment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652760" y="1097280"/>
            <a:ext cx="640080" cy="6400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784080" y="11887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D97706"/>
                </a:solidFill>
              </a:rPr>
              <a:t>2+ yr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784080" y="1920240"/>
            <a:ext cx="2286000" cy="4206240"/>
          </a:xfrm>
          <a:prstGeom prst="rect">
            <a:avLst/>
          </a:prstGeom>
          <a:solidFill>
            <a:srgbClr val="1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784080" y="1920240"/>
            <a:ext cx="2286000" cy="4572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75520" y="1947672"/>
            <a:ext cx="210312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MediaLens Foundation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75520" y="2468880"/>
            <a:ext cx="21031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CA3AF"/>
                </a:solidFill>
              </a:rPr>
              <a:t>Open-source nonprofit
Free for everyone
Media literacy curriculum
Platform integration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" y="6537960"/>
            <a:ext cx="11612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CA3AF"/>
                </a:solidFill>
              </a:rPr>
              <a:t>medcheck-murex.vercel.app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26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1371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400" b="0">
                <a:solidFill>
                  <a:srgbClr val="111827"/>
                </a:solidFill>
              </a:rPr>
              <a:t>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</a:rPr>
              <a:t>The Problem Won't Wait.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93C5FD"/>
                </a:solidFill>
              </a:rPr>
              <a:t>Health misinformation kills. AI can help. We built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926080"/>
            <a:ext cx="10058400" cy="36576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154680"/>
            <a:ext cx="10058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✅  Any health claim analyzed in seconds — true, false, misleading, or unverifiable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630168"/>
            <a:ext cx="10058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✅  Honest confidence calibration — the AI admits uncertainty rather than faking confidence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05656"/>
            <a:ext cx="10058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✅  Explains WHY, not just WHAT — building real media literacy, not AI dependency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581144"/>
            <a:ext cx="10058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✅  Real source citations — verifiable, not blind trust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056632"/>
            <a:ext cx="10058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✅  Political charge flag — connected to original research on AI bias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532120"/>
            <a:ext cx="10058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✅  Free. Open. Accessible to everyone with internet access.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6126480"/>
            <a:ext cx="5029200" cy="594360"/>
          </a:xfrm>
          <a:prstGeom prst="rect">
            <a:avLst/>
          </a:prstGeom>
          <a:solidFill>
            <a:srgbClr val="26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617220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🌐  medcheck-murex.vercel.app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6126480"/>
            <a:ext cx="5029200" cy="59436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0" y="617220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💻  github.com/bobthebuilder-a11y/medcheck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6537960"/>
            <a:ext cx="11612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CA3AF"/>
                </a:solidFill>
              </a:rPr>
              <a:t>medcheck-murex.vercel.app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