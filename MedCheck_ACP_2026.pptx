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4114800" cy="4114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>
                <a:solidFill>
                  <a:srgbClr val="111827"/>
                </a:solidFill>
              </a:rP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MedCheck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3C5FD"/>
                </a:solidFill>
              </a:rPr>
              <a:t>AI-Powered Health Misinformation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4572000" cy="3657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</a:rPr>
              <a:t>David Xiao  ·  ACP Student AI Championship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SDG 3: Good Health &amp; Well-Being  ·  SDG 16: Peace, Justice &amp; Strong 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63EB"/>
                </a:solidFill>
              </a:rPr>
              <a:t>medcheck-murex.vercel.app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Health Misinformation Is Lethal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663EB"/>
                </a:solidFill>
              </a:rPr>
              <a:t>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Faster than corrections,
false claims spread online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663EB"/>
                </a:solidFill>
              </a:rPr>
              <a:t>30M+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31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Americans making health decisions
from unverified social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663EB"/>
                </a:solidFill>
              </a:rPr>
              <a:t>1 in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Americans have acted on
unverified health advice online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1887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663EB"/>
                </a:solidFill>
              </a:rPr>
              <a:t>3 sec
vs 20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317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To read a false claim vs.
to manually fact-check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11430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63EB"/>
                </a:solidFill>
              </a:rPr>
              <a:t>"By the time a correction reaches someone, they've already shared the false claim."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Sources: WHO Infodemic Report · Johns Hopkins Bloomberg School of Public Health · Pew Research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❌  Snopes / PolitiFact — you must already be skeptical to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253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❌  Social media flags — applied after viral spread, never explain 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Introducing MedCheck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</a:rPr>
              <a:t>Paste any health claim. Get a structured, sourced, calibrated verdict in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928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✅ / ❌ / ⚠️ / 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4-Verdict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TRUE · FALSE · MISLEADING · UNVERIFIABLE
Not just binary — reflects real-world nuance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783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8928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Confidence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0–100% calibrated uncertainty
The AI says 'I'm not sure' when it isn't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7830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892807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Claim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Each assertion evaluated separately
Breaks compound claims apart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33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Real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83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CDC · WHO · NIH · PubMed
So you can verify independently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40233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4133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Political Charge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983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Flags where science meets politics
Connected to ongoing research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40233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4133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History &amp;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9834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Persists last 20 checks
Share results with one tap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🏗️  How It Works —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User inputs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1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4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AI decomposes
assertions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Evidence synthesis
CDC · WHO · PubMed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Confidence
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13648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Structured
JSON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0" y="1188720"/>
            <a:ext cx="169164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71632" y="1261872"/>
            <a:ext cx="1545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React frontend
renders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34640"/>
            <a:ext cx="1161288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</a:rP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⚛️  React +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Type-safe modern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🤖  Llama 4 via Groq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Fast LLM inference, free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🎨  Tailwind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Utility-first responsive styling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▲  Vercel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Global CDN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📦  Vite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Lightning-fast build tool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343400"/>
            <a:ext cx="11612880" cy="1508760"/>
          </a:xfrm>
          <a:prstGeom prst="rect">
            <a:avLst/>
          </a:prstGeom>
          <a:solidFill>
            <a:srgbClr val="0C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480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🔑  Key Innovation: Structured Prompting for Calibrated Fact-Checking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</a:rPr>
              <a:t>The system prompt explicitly instructs the AI: "Never express false confidence. A low-confidence honest answer is better than a high-confidence wrong answer." This is not just calling an API — it's engineered prompting for a specific analytical task with defined output structure.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Honest Verdicts for a Complex World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DCFCE7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</a:rPr>
              <a:t>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Scientific evidence clearly supports this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41448"/>
            <a:ext cx="11430000" cy="1188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328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</a:rP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32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</a:rPr>
              <a:t>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900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Scientific evidence clearly contradicts this 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39896"/>
            <a:ext cx="11430000" cy="118872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31335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3133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</a:rPr>
              <a:t>MISLEADING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8853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Contains partial truths but creates a false overall impression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38344"/>
            <a:ext cx="114300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2978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11827"/>
                </a:solidFill>
              </a:rPr>
              <a:t>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2978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7280"/>
                </a:solidFill>
              </a:rPr>
              <a:t>UNVERIFIABLE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8698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Insufficient scientific consensus to evaluate definitively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29107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</a:rPr>
              <a:t>💡  MISLEADING is the most important verdict — most dangerous health misinfo isn't false, it's selectively true. "Natural immunity is always better than vaccines" — partially true, dangerously misleading overall.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🤖  Why AI Is the Right Tool for This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3C5FD"/>
                </a:solidFill>
              </a:rPr>
              <a:t>AI is not the point. Impact is. AI is the only tool fast enough and scalable enough to make this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657600" cy="201168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847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Millions of new health claims are posted daily. Human fact-checkers can't keep up. AI never sleeps and scales to any volume.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737360"/>
            <a:ext cx="3657600" cy="201168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847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AI can break compound claims into individual assertions automatically — "vaccines cause autism AND damage immunity" is two claims, not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737360"/>
            <a:ext cx="3657600" cy="201168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8470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31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Calibrated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AI can express degrees of confidence — not just true/false. A tool that says "I'm not sure" is more trustworthy than one that's always confident.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5486400" cy="201168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87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Evidence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98347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Cross-references CDC, WHO, NIH, and PubMed simultaneously in seconds — a task that takes a human 20+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3977639"/>
            <a:ext cx="5486400" cy="201168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87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</a:rPr>
              <a:t>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98347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No medical background required. Anyone can use it. Free. Works in any browser. Zero installation.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💡  Key insight: The cognitive task of fact-checking — finding evidence, weighing it, synthesizing a verdict — is exactly what LLMs are trained to do. MedCheck harnesses that for public health.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🌍  Real-World Impact &amp; SDG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SDG 3 — Good Health &amp;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Reduces health decisions made on false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Disproportionate impact on underserved communities with limited healthcare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Scalable: free, runs in any browser, zero installation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Every accurate claim checked = potential harm prevented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SDG 16 — Peace, Justice &amp; Strong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Informed public = functional health policy that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Counters coordinated health misinformation campaigns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Builds media literacy, not AI 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Open source = accessible to all, not just tech-savvy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22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Scale Path: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V1 (Now): Web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82219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V2: Browser Extension
(auto-flags claims)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2219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V3: Open-Source API
for newsrooms &amp; health orgs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2219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663E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MediaLens Foundation
(nonprofit)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43400"/>
            <a:ext cx="114300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</a:rPr>
              <a:t>Who Uses MedCheck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General 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Anyone reading health content on social 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👨‍👩‍👧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Caregivers &amp; Parents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Making health decisions for families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Students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Learning to evaluate health information critically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Public Health Workers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Quickly screening claims for outreach programs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⚠️  Ethical Considerations — We Thought About the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56032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AI Overconfidence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AI might sound confident when wrong — dangerous in health contexts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841248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716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</a:rPr>
              <a:t>✅  Confidence scores shown explicitly. Low confidence verdicts are a FEATURE, not a bug.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256032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User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People might blindly trust AI instead of thinking critically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40280"/>
            <a:ext cx="841248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</a:rPr>
              <a:t>✅  Tool explains WHY, not just WHAT. Builds literacy, not reliance. Citations always provided.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256032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False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Users might treat AI as a medical oracle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6118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337560"/>
            <a:ext cx="841248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5661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</a:rPr>
              <a:t>✅  Explicit medical disclaimer on EVERY result: "Not a substitute for medical advice."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34840"/>
            <a:ext cx="256032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26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Bias on Charged Topics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AI may be less reliable on politically contested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70915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434840"/>
            <a:ext cx="841248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6634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</a:rPr>
              <a:t>✅  Political Charge Flag (⚡) explicitly warns users when AI reliability may be lower.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32120"/>
            <a:ext cx="256032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623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Hallucination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89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AI might cite sources that don't exist or say wrong things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532120"/>
            <a:ext cx="841248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76072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</a:rPr>
              <a:t>✅  Citations linked so users can verify. Confidence score reflects uncertainty. Encourage verification.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2626"/>
                </a:solidFill>
              </a:rPr>
              <a:t>"This tool can be wrong. The goal is to help people think more carefully — not to replace thinking."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🚀 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097280"/>
            <a:ext cx="640080" cy="6400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63EB"/>
                </a:solidFill>
              </a:rP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371600"/>
            <a:ext cx="914400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2286000" cy="420624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2286000" cy="4572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V1: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Working prototype live
medcheck-murex.vercel.app
4-verdict system + citations
History &amp; sharing built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097280"/>
            <a:ext cx="640080" cy="640080"/>
          </a:xfrm>
          <a:prstGeom prst="rect">
            <a:avLst/>
          </a:prstGeom>
          <a:solidFill>
            <a:srgbClr val="069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95C5"/>
                </a:solidFill>
              </a:rPr>
              <a:t>1-3 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371600"/>
            <a:ext cx="914400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920240"/>
            <a:ext cx="2286000" cy="420624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920240"/>
            <a:ext cx="2286000" cy="457200"/>
          </a:xfrm>
          <a:prstGeom prst="rect">
            <a:avLst/>
          </a:prstGeom>
          <a:solidFill>
            <a:srgbClr val="069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9476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V2: Browser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6888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Claims flagged automatically
as you browse social media
No copy-paste required
Meets people where they 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1097280"/>
            <a:ext cx="640080" cy="640080"/>
          </a:xfrm>
          <a:prstGeom prst="rect">
            <a:avLst/>
          </a:prstGeom>
          <a:solidFill>
            <a:srgbClr val="791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916F6"/>
                </a:solidFill>
              </a:rPr>
              <a:t>6 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371600"/>
            <a:ext cx="914400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920240"/>
            <a:ext cx="2286000" cy="420624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1920240"/>
            <a:ext cx="2286000" cy="457200"/>
          </a:xfrm>
          <a:prstGeom prst="rect">
            <a:avLst/>
          </a:prstGeom>
          <a:solidFill>
            <a:srgbClr val="791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9476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Research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46888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150 claims × 3 models
AI bias measurement
Professor mentorship
Target: JEI publication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109728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</a:rPr>
              <a:t>1 yr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371600"/>
            <a:ext cx="914400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1920240"/>
            <a:ext cx="2286000" cy="420624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1920240"/>
            <a:ext cx="22860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19476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Multi-Domain +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246888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Climate, politics, history
Open API for newsrooms
Public health partnerships
School library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52760" y="1097280"/>
            <a:ext cx="6400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97706"/>
                </a:solidFill>
              </a:rPr>
              <a:t>2+ yr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920240"/>
            <a:ext cx="2286000" cy="4206240"/>
          </a:xfrm>
          <a:prstGeom prst="rect">
            <a:avLst/>
          </a:prstGeom>
          <a:solidFill>
            <a:srgbClr val="1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920240"/>
            <a:ext cx="22860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9476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MediaLens Foundation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46888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Open-source nonprofit
Free for everyone
Media literacy curriculum
Platform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>
                <a:solidFill>
                  <a:srgbClr val="111827"/>
                </a:solidFill>
              </a:rPr>
              <a:t>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The Problem Won't Wait.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3C5FD"/>
                </a:solidFill>
              </a:rPr>
              <a:t>Health misinformation kills. AI can help. We built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10058400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Any health claim analyzed in seconds — true, false, misleading, or unverifiable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016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Honest confidence calibration — the AI admits uncertainty rather than faking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0565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Explains WHY, not just WHAT — building real media literacy, not AI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81144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Real source citations — verifiable, not blind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5663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Political charge flag — connected to original research on AI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✅  Free. Open. Accessible to everyone with internet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126480"/>
            <a:ext cx="5029200" cy="5943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6172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🌐  medcheck-murex.vercel.app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6126480"/>
            <a:ext cx="5029200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6172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💻  github.com/bobthebuilder-a11y/medcheck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</a:rPr>
              <a:t>medcheck-murex.vercel.app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